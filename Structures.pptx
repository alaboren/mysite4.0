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71" r:id="rId2"/>
    <p:sldId id="272" r:id="rId3"/>
    <p:sldId id="273" r:id="rId4"/>
    <p:sldId id="274" r:id="rId5"/>
    <p:sldId id="275" r:id="rId6"/>
    <p:sldId id="277" r:id="rId7"/>
    <p:sldId id="278" r:id="rId8"/>
    <p:sldId id="279" r:id="rId9"/>
    <p:sldId id="280" r:id="rId10"/>
    <p:sldId id="281" r:id="rId11"/>
    <p:sldId id="282" r:id="rId12"/>
  </p:sldIdLst>
  <p:sldSz cx="12192000" cy="12193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143"/>
    <p:restoredTop sz="94728"/>
  </p:normalViewPr>
  <p:slideViewPr>
    <p:cSldViewPr snapToGrid="0" showGuides="1">
      <p:cViewPr>
        <p:scale>
          <a:sx n="84" d="100"/>
          <a:sy n="84" d="100"/>
        </p:scale>
        <p:origin x="672" y="1376"/>
      </p:cViewPr>
      <p:guideLst>
        <p:guide orient="horz" pos="384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A544E-2974-7347-82F6-8031018576BB}" type="datetimeFigureOut">
              <a:rPr lang="en-CN" smtClean="0"/>
              <a:t>2026/2/13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16DF1-8FA4-E243-BF37-4ECDEF83277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07463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95572"/>
            <a:ext cx="10363200" cy="4245175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404457"/>
            <a:ext cx="9144000" cy="2943960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E9A3-0A35-4C40-8FEA-039B69F93A78}" type="datetimeFigureOut">
              <a:rPr lang="en-CN" smtClean="0"/>
              <a:t>2026/2/13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2E213-5188-B84A-B98E-488E7CDADB4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5561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4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E9A3-0A35-4C40-8FEA-039B69F93A78}" type="datetimeFigureOut">
              <a:rPr lang="en-CN" smtClean="0"/>
              <a:t>2026/2/13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2E213-5188-B84A-B98E-488E7CDADB4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40190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039933"/>
            <a:ext cx="10515600" cy="5072193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8160111"/>
            <a:ext cx="10515600" cy="266734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E9A3-0A35-4C40-8FEA-039B69F93A78}" type="datetimeFigureOut">
              <a:rPr lang="en-CN" smtClean="0"/>
              <a:t>2026/2/13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2E213-5188-B84A-B98E-488E7CDADB4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50062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245978"/>
            <a:ext cx="5181600" cy="7736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245978"/>
            <a:ext cx="5181600" cy="7736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E9A3-0A35-4C40-8FEA-039B69F93A78}" type="datetimeFigureOut">
              <a:rPr lang="en-CN" smtClean="0"/>
              <a:t>2026/2/13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2E213-5188-B84A-B98E-488E7CDADB4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14614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49199"/>
            <a:ext cx="10515600" cy="23568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989124"/>
            <a:ext cx="5157787" cy="146492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454047"/>
            <a:ext cx="5157787" cy="65512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989124"/>
            <a:ext cx="5183188" cy="146492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454047"/>
            <a:ext cx="5183188" cy="65512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E9A3-0A35-4C40-8FEA-039B69F93A78}" type="datetimeFigureOut">
              <a:rPr lang="en-CN" smtClean="0"/>
              <a:t>2026/2/13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2E213-5188-B84A-B98E-488E7CDADB4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95087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E9A3-0A35-4C40-8FEA-039B69F93A78}" type="datetimeFigureOut">
              <a:rPr lang="en-CN" smtClean="0"/>
              <a:t>2026/2/13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2E213-5188-B84A-B98E-488E7CDADB4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18940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E9A3-0A35-4C40-8FEA-039B69F93A78}" type="datetimeFigureOut">
              <a:rPr lang="en-CN" smtClean="0"/>
              <a:t>2026/2/13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2E213-5188-B84A-B98E-488E7CDADB4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97913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12906"/>
            <a:ext cx="3932237" cy="2845171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755653"/>
            <a:ext cx="6172200" cy="8665351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658076"/>
            <a:ext cx="3932237" cy="677703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E9A3-0A35-4C40-8FEA-039B69F93A78}" type="datetimeFigureOut">
              <a:rPr lang="en-CN" smtClean="0"/>
              <a:t>2026/2/13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2E213-5188-B84A-B98E-488E7CDADB4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67451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12906"/>
            <a:ext cx="3932237" cy="2845171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755653"/>
            <a:ext cx="6172200" cy="8665351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658076"/>
            <a:ext cx="3932237" cy="677703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E9A3-0A35-4C40-8FEA-039B69F93A78}" type="datetimeFigureOut">
              <a:rPr lang="en-CN" smtClean="0"/>
              <a:t>2026/2/13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2E213-5188-B84A-B98E-488E7CDADB4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9277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E9A3-0A35-4C40-8FEA-039B69F93A78}" type="datetimeFigureOut">
              <a:rPr lang="en-CN" smtClean="0"/>
              <a:t>2026/2/13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2E213-5188-B84A-B98E-488E7CDADB4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93771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49196"/>
            <a:ext cx="2628900" cy="103335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49196"/>
            <a:ext cx="7734300" cy="103335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3E9A3-0A35-4C40-8FEA-039B69F93A78}" type="datetimeFigureOut">
              <a:rPr lang="en-CN" smtClean="0"/>
              <a:t>2026/2/13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2E213-5188-B84A-B98E-488E7CDADB4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14156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49199"/>
            <a:ext cx="10515600" cy="23568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245978"/>
            <a:ext cx="10515600" cy="7736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1301652"/>
            <a:ext cx="2743200" cy="6491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E3E9A3-0A35-4C40-8FEA-039B69F93A78}" type="datetimeFigureOut">
              <a:rPr lang="en-CN" smtClean="0"/>
              <a:t>2026/2/13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1301652"/>
            <a:ext cx="4114800" cy="6491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1301652"/>
            <a:ext cx="2743200" cy="6491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E2E213-5188-B84A-B98E-488E7CDADB40}" type="slidenum">
              <a:rPr lang="en-CN" smtClean="0"/>
              <a:t>‹#›</a:t>
            </a:fld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AAA8F3-B2CF-4A09-49F0-7AF1217DBA8B}"/>
              </a:ext>
            </a:extLst>
          </p:cNvPr>
          <p:cNvSpPr/>
          <p:nvPr userDrawn="1"/>
        </p:nvSpPr>
        <p:spPr>
          <a:xfrm>
            <a:off x="0" y="0"/>
            <a:ext cx="12192000" cy="12193588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53979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07A780-3C70-2E25-13F5-B52551D2A3E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219358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0257A9-EDC4-930E-EE87-F5466E5D95C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1376" y="751246"/>
            <a:ext cx="10905891" cy="107051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DBE59C-C4A5-8D47-1DFA-0771F603FB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1376" y="751246"/>
            <a:ext cx="5404624" cy="10705171"/>
          </a:xfrm>
          <a:prstGeom prst="rect">
            <a:avLst/>
          </a:prstGeom>
          <a:noFill/>
          <a:ln w="152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337E0E-B7BB-91AF-0404-F265595251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000" y="751246"/>
            <a:ext cx="5501267" cy="10705171"/>
          </a:xfrm>
          <a:prstGeom prst="rect">
            <a:avLst/>
          </a:prstGeom>
          <a:noFill/>
          <a:ln w="152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8BD557-CC58-A9A8-B1FB-2181C72A35A8}"/>
              </a:ext>
            </a:extLst>
          </p:cNvPr>
          <p:cNvSpPr txBox="1"/>
          <p:nvPr/>
        </p:nvSpPr>
        <p:spPr>
          <a:xfrm>
            <a:off x="2194367" y="2872834"/>
            <a:ext cx="2398643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13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1</a:t>
            </a:r>
            <a:endParaRPr lang="en-CN" sz="413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BA0A4-4454-D706-D715-33F38484A152}"/>
              </a:ext>
            </a:extLst>
          </p:cNvPr>
          <p:cNvSpPr txBox="1"/>
          <p:nvPr/>
        </p:nvSpPr>
        <p:spPr>
          <a:xfrm>
            <a:off x="7647312" y="2879871"/>
            <a:ext cx="2398643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13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2</a:t>
            </a:r>
            <a:endParaRPr lang="en-CN" sz="413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2641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4B1F9-2DB2-9C76-10BE-AF4CA16AC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9CB27A-B758-3420-BDFA-B27FA7F747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219358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B994A7-E9D8-2D5A-ED4E-852FE4672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1375" y="751245"/>
            <a:ext cx="10908000" cy="10706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9F1EA5-C33E-A03C-4638-6857836F10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1376" y="751246"/>
            <a:ext cx="3600000" cy="10705171"/>
          </a:xfrm>
          <a:prstGeom prst="rect">
            <a:avLst/>
          </a:prstGeom>
          <a:noFill/>
          <a:ln w="152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32F603-21AD-9407-512A-4449BFF70543}"/>
              </a:ext>
            </a:extLst>
          </p:cNvPr>
          <p:cNvSpPr txBox="1">
            <a:spLocks/>
          </p:cNvSpPr>
          <p:nvPr/>
        </p:nvSpPr>
        <p:spPr>
          <a:xfrm>
            <a:off x="1442872" y="2872834"/>
            <a:ext cx="2398643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13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1</a:t>
            </a:r>
            <a:endParaRPr lang="en-CN" sz="413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439ACE-7D02-A37E-C788-2549291D011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920840" y="2872833"/>
            <a:ext cx="2398643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13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2</a:t>
            </a:r>
            <a:endParaRPr lang="en-CN" sz="413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D12BBC-45EC-EBA9-4995-9960B00F3A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20161" y="751246"/>
            <a:ext cx="3600000" cy="10705171"/>
          </a:xfrm>
          <a:prstGeom prst="rect">
            <a:avLst/>
          </a:prstGeom>
          <a:noFill/>
          <a:ln w="152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BAC06E-89A3-793E-41B4-59F63C4B74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48946" y="751246"/>
            <a:ext cx="3600000" cy="10705171"/>
          </a:xfrm>
          <a:prstGeom prst="rect">
            <a:avLst/>
          </a:prstGeom>
          <a:noFill/>
          <a:ln w="152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3680A1-78FE-8D85-1008-0307F57DDEF3}"/>
              </a:ext>
            </a:extLst>
          </p:cNvPr>
          <p:cNvSpPr txBox="1"/>
          <p:nvPr/>
        </p:nvSpPr>
        <p:spPr>
          <a:xfrm>
            <a:off x="8549625" y="3025233"/>
            <a:ext cx="2398643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13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3</a:t>
            </a:r>
            <a:endParaRPr lang="en-CN" sz="413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9705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A934A-4F0F-813B-A380-17EE8990A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6845A2-6641-3D6D-95A7-1167A903D4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219358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922EC0-17F5-A83F-752C-9D330E009B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1376" y="751246"/>
            <a:ext cx="10905891" cy="107051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DA2239-8E4B-5D89-35C4-DDB985A736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3444321" y="-1948753"/>
            <a:ext cx="5400000" cy="10800000"/>
          </a:xfrm>
          <a:prstGeom prst="rect">
            <a:avLst/>
          </a:prstGeom>
          <a:noFill/>
          <a:ln w="152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89C284-C852-6D6C-43CC-74499F403098}"/>
              </a:ext>
            </a:extLst>
          </p:cNvPr>
          <p:cNvSpPr txBox="1">
            <a:spLocks/>
          </p:cNvSpPr>
          <p:nvPr/>
        </p:nvSpPr>
        <p:spPr>
          <a:xfrm>
            <a:off x="4944999" y="227287"/>
            <a:ext cx="2398643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13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1</a:t>
            </a:r>
            <a:endParaRPr lang="en-CN" sz="413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19E4B4-CCBD-7BA5-A23D-105F5332A912}"/>
              </a:ext>
            </a:extLst>
          </p:cNvPr>
          <p:cNvSpPr txBox="1">
            <a:spLocks/>
          </p:cNvSpPr>
          <p:nvPr/>
        </p:nvSpPr>
        <p:spPr>
          <a:xfrm>
            <a:off x="5268838" y="5572832"/>
            <a:ext cx="2398643" cy="644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13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2</a:t>
            </a:r>
            <a:endParaRPr lang="en-CN" sz="413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B7DEBF-4F94-82E1-959F-9CF02FA175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3444321" y="3396793"/>
            <a:ext cx="5400000" cy="10800000"/>
          </a:xfrm>
          <a:prstGeom prst="rect">
            <a:avLst/>
          </a:prstGeom>
          <a:noFill/>
          <a:ln w="152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8672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417E7-69B7-2F3B-6361-5B652D718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9A4AE8-7CF1-F645-697D-04EB422384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219358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01BEA2-7C12-28BB-E3A7-0E247558DE3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1376" y="751245"/>
            <a:ext cx="10905891" cy="10706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C28DAC-C978-C4C5-23C9-7352A47E287F}"/>
              </a:ext>
            </a:extLst>
          </p:cNvPr>
          <p:cNvSpPr>
            <a:spLocks/>
          </p:cNvSpPr>
          <p:nvPr/>
        </p:nvSpPr>
        <p:spPr>
          <a:xfrm rot="5400000">
            <a:off x="4344321" y="4257644"/>
            <a:ext cx="3600000" cy="10800000"/>
          </a:xfrm>
          <a:prstGeom prst="rect">
            <a:avLst/>
          </a:prstGeom>
          <a:noFill/>
          <a:ln w="152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807F2F-6131-A0EF-DF8A-5A266CB22D15}"/>
              </a:ext>
            </a:extLst>
          </p:cNvPr>
          <p:cNvSpPr txBox="1">
            <a:spLocks/>
          </p:cNvSpPr>
          <p:nvPr/>
        </p:nvSpPr>
        <p:spPr>
          <a:xfrm>
            <a:off x="4944999" y="296781"/>
            <a:ext cx="239864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7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1</a:t>
            </a:r>
            <a:endParaRPr lang="en-CN" sz="287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C55CC7-77CA-AD4E-97FE-B18D7AD25C26}"/>
              </a:ext>
            </a:extLst>
          </p:cNvPr>
          <p:cNvSpPr>
            <a:spLocks/>
          </p:cNvSpPr>
          <p:nvPr/>
        </p:nvSpPr>
        <p:spPr>
          <a:xfrm rot="5400000">
            <a:off x="4344321" y="-2848755"/>
            <a:ext cx="3600000" cy="10800000"/>
          </a:xfrm>
          <a:prstGeom prst="rect">
            <a:avLst/>
          </a:prstGeom>
          <a:noFill/>
          <a:ln w="152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A806C6-E204-ABBC-53EB-7A53863844F1}"/>
              </a:ext>
            </a:extLst>
          </p:cNvPr>
          <p:cNvSpPr>
            <a:spLocks/>
          </p:cNvSpPr>
          <p:nvPr/>
        </p:nvSpPr>
        <p:spPr>
          <a:xfrm rot="5400000">
            <a:off x="4344321" y="704445"/>
            <a:ext cx="3600000" cy="10800000"/>
          </a:xfrm>
          <a:prstGeom prst="rect">
            <a:avLst/>
          </a:prstGeom>
          <a:noFill/>
          <a:ln w="152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9CD6D0-68B0-52CF-B295-4FEB7DFD5761}"/>
              </a:ext>
            </a:extLst>
          </p:cNvPr>
          <p:cNvSpPr txBox="1">
            <a:spLocks/>
          </p:cNvSpPr>
          <p:nvPr/>
        </p:nvSpPr>
        <p:spPr>
          <a:xfrm>
            <a:off x="4896678" y="3849981"/>
            <a:ext cx="239864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7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2</a:t>
            </a:r>
            <a:endParaRPr lang="en-CN" sz="287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85DA6E-5565-5807-8555-2AABCBF7B25C}"/>
              </a:ext>
            </a:extLst>
          </p:cNvPr>
          <p:cNvSpPr txBox="1">
            <a:spLocks/>
          </p:cNvSpPr>
          <p:nvPr/>
        </p:nvSpPr>
        <p:spPr>
          <a:xfrm>
            <a:off x="4848357" y="7403181"/>
            <a:ext cx="239864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7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3</a:t>
            </a:r>
            <a:endParaRPr lang="en-CN" sz="287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1543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E5A80-E3A5-F651-51FF-F6BB14E0B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2B539F-7900-589F-7438-FEABC32C3DA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219358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9F4274-3779-EC39-4297-E6DF97AA9FAB}"/>
              </a:ext>
            </a:extLst>
          </p:cNvPr>
          <p:cNvSpPr>
            <a:spLocks/>
          </p:cNvSpPr>
          <p:nvPr/>
        </p:nvSpPr>
        <p:spPr>
          <a:xfrm>
            <a:off x="691376" y="751245"/>
            <a:ext cx="10905891" cy="10706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035664-199B-659B-D230-312D76EAF1B0}"/>
              </a:ext>
            </a:extLst>
          </p:cNvPr>
          <p:cNvSpPr>
            <a:spLocks/>
          </p:cNvSpPr>
          <p:nvPr/>
        </p:nvSpPr>
        <p:spPr>
          <a:xfrm rot="5400000">
            <a:off x="3126000" y="3126794"/>
            <a:ext cx="5940000" cy="5940000"/>
          </a:xfrm>
          <a:prstGeom prst="rect">
            <a:avLst/>
          </a:prstGeom>
          <a:noFill/>
          <a:ln w="152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4DCFF0-A13A-2BAC-DA16-C3343DA084EE}"/>
              </a:ext>
            </a:extLst>
          </p:cNvPr>
          <p:cNvSpPr txBox="1">
            <a:spLocks/>
          </p:cNvSpPr>
          <p:nvPr/>
        </p:nvSpPr>
        <p:spPr>
          <a:xfrm>
            <a:off x="575576" y="735943"/>
            <a:ext cx="2398643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1</a:t>
            </a:r>
            <a:endParaRPr lang="en-CN" sz="199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D3ACE0-02D9-956D-8657-7FAE6D186AD5}"/>
              </a:ext>
            </a:extLst>
          </p:cNvPr>
          <p:cNvSpPr txBox="1">
            <a:spLocks/>
          </p:cNvSpPr>
          <p:nvPr/>
        </p:nvSpPr>
        <p:spPr>
          <a:xfrm>
            <a:off x="4896679" y="4519439"/>
            <a:ext cx="2398643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2</a:t>
            </a:r>
            <a:endParaRPr lang="en-CN" sz="199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EAD405-0267-04F8-A66A-E5E255EA91DD}"/>
              </a:ext>
            </a:extLst>
          </p:cNvPr>
          <p:cNvSpPr txBox="1">
            <a:spLocks/>
          </p:cNvSpPr>
          <p:nvPr/>
        </p:nvSpPr>
        <p:spPr>
          <a:xfrm>
            <a:off x="4896678" y="8882084"/>
            <a:ext cx="2398643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99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3</a:t>
            </a:r>
            <a:endParaRPr lang="en-CN" sz="199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8657925-A0A3-9C93-85AD-7EFF5B605055}"/>
              </a:ext>
            </a:extLst>
          </p:cNvPr>
          <p:cNvCxnSpPr>
            <a:cxnSpLocks/>
          </p:cNvCxnSpPr>
          <p:nvPr/>
        </p:nvCxnSpPr>
        <p:spPr>
          <a:xfrm>
            <a:off x="3126000" y="9066794"/>
            <a:ext cx="0" cy="2406153"/>
          </a:xfrm>
          <a:prstGeom prst="line">
            <a:avLst/>
          </a:prstGeom>
          <a:ln w="152400">
            <a:solidFill>
              <a:schemeClr val="accent1">
                <a:lumMod val="50000"/>
                <a:alpha val="32711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D94D747-FD55-14B4-6849-AFD61B49FB16}"/>
              </a:ext>
            </a:extLst>
          </p:cNvPr>
          <p:cNvCxnSpPr>
            <a:cxnSpLocks/>
          </p:cNvCxnSpPr>
          <p:nvPr/>
        </p:nvCxnSpPr>
        <p:spPr>
          <a:xfrm>
            <a:off x="9066000" y="9125864"/>
            <a:ext cx="0" cy="2406153"/>
          </a:xfrm>
          <a:prstGeom prst="line">
            <a:avLst/>
          </a:prstGeom>
          <a:ln w="152400">
            <a:solidFill>
              <a:schemeClr val="accent1">
                <a:lumMod val="50000"/>
                <a:alpha val="32711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3860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1CF61-219D-33A2-F3F9-7CA3A1963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71286E-2E7F-DBED-595B-68DE79C609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219358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AD3283-EEEB-2894-B7A4-89106D75EC1B}"/>
              </a:ext>
            </a:extLst>
          </p:cNvPr>
          <p:cNvSpPr>
            <a:spLocks/>
          </p:cNvSpPr>
          <p:nvPr/>
        </p:nvSpPr>
        <p:spPr>
          <a:xfrm>
            <a:off x="691376" y="751245"/>
            <a:ext cx="10905891" cy="10706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7D469F-59A0-87AD-7F2A-FB67670FB7F2}"/>
              </a:ext>
            </a:extLst>
          </p:cNvPr>
          <p:cNvSpPr>
            <a:spLocks/>
          </p:cNvSpPr>
          <p:nvPr/>
        </p:nvSpPr>
        <p:spPr>
          <a:xfrm rot="5400000">
            <a:off x="691375" y="4251960"/>
            <a:ext cx="7205685" cy="7205685"/>
          </a:xfrm>
          <a:prstGeom prst="rect">
            <a:avLst/>
          </a:prstGeom>
          <a:noFill/>
          <a:ln w="152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D7F349-66C7-68F6-28B4-56A327464909}"/>
              </a:ext>
            </a:extLst>
          </p:cNvPr>
          <p:cNvSpPr txBox="1">
            <a:spLocks/>
          </p:cNvSpPr>
          <p:nvPr/>
        </p:nvSpPr>
        <p:spPr>
          <a:xfrm>
            <a:off x="8891402" y="735943"/>
            <a:ext cx="239864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7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1</a:t>
            </a:r>
            <a:endParaRPr lang="en-CN" sz="287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2AD076-EF76-E465-D239-20FC1B0F5170}"/>
              </a:ext>
            </a:extLst>
          </p:cNvPr>
          <p:cNvSpPr txBox="1">
            <a:spLocks/>
          </p:cNvSpPr>
          <p:nvPr/>
        </p:nvSpPr>
        <p:spPr>
          <a:xfrm>
            <a:off x="3094897" y="5600339"/>
            <a:ext cx="239864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7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2</a:t>
            </a:r>
            <a:endParaRPr lang="en-CN" sz="287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0318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3A62D-5285-288A-DEF9-D407E328C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FC966D-804F-7954-5298-ACBF787FA1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219358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0572C5-CE85-A92F-82A1-72439108DAF1}"/>
              </a:ext>
            </a:extLst>
          </p:cNvPr>
          <p:cNvSpPr>
            <a:spLocks/>
          </p:cNvSpPr>
          <p:nvPr/>
        </p:nvSpPr>
        <p:spPr>
          <a:xfrm>
            <a:off x="691376" y="751245"/>
            <a:ext cx="10905891" cy="10706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3DD857-1458-C2BA-C125-A59E83A55633}"/>
              </a:ext>
            </a:extLst>
          </p:cNvPr>
          <p:cNvSpPr>
            <a:spLocks/>
          </p:cNvSpPr>
          <p:nvPr/>
        </p:nvSpPr>
        <p:spPr>
          <a:xfrm rot="5400000">
            <a:off x="4391581" y="4251960"/>
            <a:ext cx="7205685" cy="7205685"/>
          </a:xfrm>
          <a:prstGeom prst="rect">
            <a:avLst/>
          </a:prstGeom>
          <a:noFill/>
          <a:ln w="152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AE70C1-5BE4-5362-1E28-5AD86B6670F4}"/>
              </a:ext>
            </a:extLst>
          </p:cNvPr>
          <p:cNvSpPr txBox="1">
            <a:spLocks/>
          </p:cNvSpPr>
          <p:nvPr/>
        </p:nvSpPr>
        <p:spPr>
          <a:xfrm>
            <a:off x="953027" y="735943"/>
            <a:ext cx="239864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7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1</a:t>
            </a:r>
            <a:endParaRPr lang="en-CN" sz="287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96B47D-CB27-45E4-D1FE-FF448E689E79}"/>
              </a:ext>
            </a:extLst>
          </p:cNvPr>
          <p:cNvSpPr txBox="1">
            <a:spLocks/>
          </p:cNvSpPr>
          <p:nvPr/>
        </p:nvSpPr>
        <p:spPr>
          <a:xfrm>
            <a:off x="6795102" y="5600339"/>
            <a:ext cx="239864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7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2</a:t>
            </a:r>
            <a:endParaRPr lang="en-CN" sz="287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2603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97E8B-03D7-2134-B41E-AA54C1CF0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D3F158-5C32-E453-164F-6D3E11D139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219358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9B38B3-B223-4299-9258-FADDA4BB0DB1}"/>
              </a:ext>
            </a:extLst>
          </p:cNvPr>
          <p:cNvSpPr>
            <a:spLocks/>
          </p:cNvSpPr>
          <p:nvPr/>
        </p:nvSpPr>
        <p:spPr>
          <a:xfrm>
            <a:off x="691376" y="751245"/>
            <a:ext cx="10905891" cy="10706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2A173F-E3CF-AE6B-A507-C8FA4EB27A01}"/>
              </a:ext>
            </a:extLst>
          </p:cNvPr>
          <p:cNvSpPr>
            <a:spLocks/>
          </p:cNvSpPr>
          <p:nvPr/>
        </p:nvSpPr>
        <p:spPr>
          <a:xfrm rot="5400000">
            <a:off x="4391581" y="751245"/>
            <a:ext cx="7205685" cy="7205685"/>
          </a:xfrm>
          <a:prstGeom prst="rect">
            <a:avLst/>
          </a:prstGeom>
          <a:noFill/>
          <a:ln w="152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21D8AC-B550-385E-BA0C-1F21F051F7C7}"/>
              </a:ext>
            </a:extLst>
          </p:cNvPr>
          <p:cNvSpPr txBox="1">
            <a:spLocks/>
          </p:cNvSpPr>
          <p:nvPr/>
        </p:nvSpPr>
        <p:spPr>
          <a:xfrm>
            <a:off x="953027" y="6608551"/>
            <a:ext cx="239864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7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1</a:t>
            </a:r>
            <a:endParaRPr lang="en-CN" sz="287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F6AA04-0983-D55F-43BF-8D4EB3890196}"/>
              </a:ext>
            </a:extLst>
          </p:cNvPr>
          <p:cNvSpPr txBox="1">
            <a:spLocks/>
          </p:cNvSpPr>
          <p:nvPr/>
        </p:nvSpPr>
        <p:spPr>
          <a:xfrm>
            <a:off x="6795102" y="2099624"/>
            <a:ext cx="239864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7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2</a:t>
            </a:r>
            <a:endParaRPr lang="en-CN" sz="287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9662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C140E-0F69-7288-9B5B-00C7DB959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A0DAC4-3651-B136-EF1F-F914FA884A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219358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2F6DE7-6862-5D45-AFD4-18E62066354A}"/>
              </a:ext>
            </a:extLst>
          </p:cNvPr>
          <p:cNvSpPr>
            <a:spLocks/>
          </p:cNvSpPr>
          <p:nvPr/>
        </p:nvSpPr>
        <p:spPr>
          <a:xfrm>
            <a:off x="691376" y="751245"/>
            <a:ext cx="10905891" cy="10706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4B08A2-3390-5BD6-5B89-51D2EA446411}"/>
              </a:ext>
            </a:extLst>
          </p:cNvPr>
          <p:cNvSpPr>
            <a:spLocks/>
          </p:cNvSpPr>
          <p:nvPr/>
        </p:nvSpPr>
        <p:spPr>
          <a:xfrm rot="5400000">
            <a:off x="2541479" y="6054802"/>
            <a:ext cx="7205685" cy="3600000"/>
          </a:xfrm>
          <a:prstGeom prst="rect">
            <a:avLst/>
          </a:prstGeom>
          <a:noFill/>
          <a:ln w="152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9FBA4E-8126-BDB1-B698-85797719279E}"/>
              </a:ext>
            </a:extLst>
          </p:cNvPr>
          <p:cNvSpPr txBox="1">
            <a:spLocks/>
          </p:cNvSpPr>
          <p:nvPr/>
        </p:nvSpPr>
        <p:spPr>
          <a:xfrm>
            <a:off x="4944999" y="355468"/>
            <a:ext cx="239864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7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1</a:t>
            </a:r>
            <a:endParaRPr lang="en-CN" sz="287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87EAA3-C21B-C01E-EEE9-A32F2B25986D}"/>
              </a:ext>
            </a:extLst>
          </p:cNvPr>
          <p:cNvSpPr txBox="1">
            <a:spLocks/>
          </p:cNvSpPr>
          <p:nvPr/>
        </p:nvSpPr>
        <p:spPr>
          <a:xfrm>
            <a:off x="4944999" y="5600338"/>
            <a:ext cx="239864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7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2</a:t>
            </a:r>
            <a:endParaRPr lang="en-CN" sz="287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539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791DA-474B-D536-80E0-7BFA2D227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04629A-F6CA-7743-F6F7-92F53FF38B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219358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6162AD-EAC9-B153-8C24-BFF09BA66194}"/>
              </a:ext>
            </a:extLst>
          </p:cNvPr>
          <p:cNvSpPr>
            <a:spLocks/>
          </p:cNvSpPr>
          <p:nvPr/>
        </p:nvSpPr>
        <p:spPr>
          <a:xfrm>
            <a:off x="691376" y="751245"/>
            <a:ext cx="10905891" cy="10706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6AF92C-664B-26FB-D6F1-76CFA905FA97}"/>
              </a:ext>
            </a:extLst>
          </p:cNvPr>
          <p:cNvSpPr>
            <a:spLocks/>
          </p:cNvSpPr>
          <p:nvPr/>
        </p:nvSpPr>
        <p:spPr>
          <a:xfrm rot="5400000">
            <a:off x="2541479" y="2554088"/>
            <a:ext cx="7205685" cy="3600000"/>
          </a:xfrm>
          <a:prstGeom prst="rect">
            <a:avLst/>
          </a:prstGeom>
          <a:noFill/>
          <a:ln w="152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A09BC8-D53D-A6E4-DDF2-E6DA0288F4DF}"/>
              </a:ext>
            </a:extLst>
          </p:cNvPr>
          <p:cNvSpPr txBox="1">
            <a:spLocks/>
          </p:cNvSpPr>
          <p:nvPr/>
        </p:nvSpPr>
        <p:spPr>
          <a:xfrm>
            <a:off x="4944999" y="7622907"/>
            <a:ext cx="239864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7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1</a:t>
            </a:r>
            <a:endParaRPr lang="en-CN" sz="287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7860E1-5BB2-6DF3-CBE1-186A59060860}"/>
              </a:ext>
            </a:extLst>
          </p:cNvPr>
          <p:cNvSpPr txBox="1">
            <a:spLocks/>
          </p:cNvSpPr>
          <p:nvPr/>
        </p:nvSpPr>
        <p:spPr>
          <a:xfrm>
            <a:off x="4944999" y="2099625"/>
            <a:ext cx="239864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7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2</a:t>
            </a:r>
            <a:endParaRPr lang="en-CN" sz="287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1942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9405E-7FCA-C9E3-9D2A-6A2A2E6A4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CE24D6-A139-0750-4A37-3E5D644AF3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1219358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923DDC-55FB-1D29-A4BB-C68A46E233B5}"/>
              </a:ext>
            </a:extLst>
          </p:cNvPr>
          <p:cNvSpPr>
            <a:spLocks/>
          </p:cNvSpPr>
          <p:nvPr/>
        </p:nvSpPr>
        <p:spPr>
          <a:xfrm>
            <a:off x="691376" y="834536"/>
            <a:ext cx="10905891" cy="107064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B3D67C-8842-F8B6-D232-1735320484E7}"/>
              </a:ext>
            </a:extLst>
          </p:cNvPr>
          <p:cNvSpPr>
            <a:spLocks/>
          </p:cNvSpPr>
          <p:nvPr/>
        </p:nvSpPr>
        <p:spPr>
          <a:xfrm rot="10800000">
            <a:off x="3497265" y="4078088"/>
            <a:ext cx="8100000" cy="3600000"/>
          </a:xfrm>
          <a:prstGeom prst="rect">
            <a:avLst/>
          </a:prstGeom>
          <a:noFill/>
          <a:ln w="152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3ED40F-E888-DD38-D1F4-E68719CC1F90}"/>
              </a:ext>
            </a:extLst>
          </p:cNvPr>
          <p:cNvSpPr txBox="1">
            <a:spLocks/>
          </p:cNvSpPr>
          <p:nvPr/>
        </p:nvSpPr>
        <p:spPr>
          <a:xfrm>
            <a:off x="1952255" y="298532"/>
            <a:ext cx="239864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7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1</a:t>
            </a:r>
            <a:endParaRPr lang="en-CN" sz="287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B6FC05-F51C-FEF9-5372-9FD7AE258E89}"/>
              </a:ext>
            </a:extLst>
          </p:cNvPr>
          <p:cNvSpPr txBox="1">
            <a:spLocks/>
          </p:cNvSpPr>
          <p:nvPr/>
        </p:nvSpPr>
        <p:spPr>
          <a:xfrm>
            <a:off x="6162364" y="3849981"/>
            <a:ext cx="2769800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7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2</a:t>
            </a:r>
            <a:endParaRPr lang="en-CN" sz="287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BF87018-33C3-6E86-C6E6-41839BC1A28B}"/>
              </a:ext>
            </a:extLst>
          </p:cNvPr>
          <p:cNvCxnSpPr>
            <a:cxnSpLocks/>
          </p:cNvCxnSpPr>
          <p:nvPr/>
        </p:nvCxnSpPr>
        <p:spPr>
          <a:xfrm flipH="1">
            <a:off x="691376" y="4078088"/>
            <a:ext cx="2643824" cy="0"/>
          </a:xfrm>
          <a:prstGeom prst="line">
            <a:avLst/>
          </a:prstGeom>
          <a:ln w="152400">
            <a:solidFill>
              <a:schemeClr val="accent1">
                <a:lumMod val="50000"/>
                <a:alpha val="32711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22332C0-138A-1135-C613-CE05C5B22B43}"/>
              </a:ext>
            </a:extLst>
          </p:cNvPr>
          <p:cNvSpPr txBox="1">
            <a:spLocks/>
          </p:cNvSpPr>
          <p:nvPr/>
        </p:nvSpPr>
        <p:spPr>
          <a:xfrm>
            <a:off x="1952255" y="7568012"/>
            <a:ext cx="239864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700" dirty="0">
                <a:solidFill>
                  <a:schemeClr val="accent2"/>
                </a:solidFill>
                <a:latin typeface="Yuanti SC" panose="02010600040101010101" pitchFamily="2" charset="-122"/>
                <a:ea typeface="Yuanti SC" panose="02010600040101010101" pitchFamily="2" charset="-122"/>
              </a:rPr>
              <a:t>3</a:t>
            </a:r>
            <a:endParaRPr lang="en-CN" sz="28700" dirty="0">
              <a:solidFill>
                <a:schemeClr val="accent2"/>
              </a:solidFill>
              <a:latin typeface="Yuanti SC" panose="02010600040101010101" pitchFamily="2" charset="-122"/>
              <a:ea typeface="Yuanti SC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4792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F8F7F0"/>
      </a:accent5>
      <a:accent6>
        <a:srgbClr val="ABC3CC"/>
      </a:accent6>
      <a:hlink>
        <a:srgbClr val="A31519"/>
      </a:hlink>
      <a:folHlink>
        <a:srgbClr val="F8F7F0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</TotalTime>
  <Words>26</Words>
  <Application>Microsoft Macintosh PowerPoint</Application>
  <PresentationFormat>Custom</PresentationFormat>
  <Paragraphs>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Yuanti SC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Hazem</dc:creator>
  <cp:lastModifiedBy>Hazem</cp:lastModifiedBy>
  <cp:revision>3</cp:revision>
  <dcterms:created xsi:type="dcterms:W3CDTF">2026-01-07T11:08:42Z</dcterms:created>
  <dcterms:modified xsi:type="dcterms:W3CDTF">2026-02-13T11:24:06Z</dcterms:modified>
</cp:coreProperties>
</file>